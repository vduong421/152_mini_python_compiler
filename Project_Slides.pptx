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h6oH3qWIhm2AnRmDjoWP4FgS3J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54aded19a_0_1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a54aded19a_0_13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g3a54aded19a_0_13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a54aded19a_0_13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a54aded19a_0_13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54aded19a_0_14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a54aded19a_0_14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g3a54aded19a_0_14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a54aded19a_0_14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a54aded19a_0_14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a54aded19a_0_149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a54aded19a_0_149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g3a54aded19a_0_14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a54aded19a_0_14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a54aded19a_0_14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54aded19a_0_1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a54aded19a_0_155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g3a54aded19a_0_155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g3a54aded19a_0_15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g3a54aded19a_0_15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a54aded19a_0_15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54aded19a_0_1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a54aded19a_0_162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g3a54aded19a_0_162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g3a54aded19a_0_162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g3a54aded19a_0_162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g3a54aded19a_0_16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3a54aded19a_0_16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a54aded19a_0_16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54aded19a_0_17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a54aded19a_0_17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a54aded19a_0_17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a54aded19a_0_17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54aded19a_0_17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a54aded19a_0_17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a54aded19a_0_17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54aded19a_0_180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a54aded19a_0_180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g3a54aded19a_0_180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g3a54aded19a_0_18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a54aded19a_0_18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a54aded19a_0_18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54aded19a_0_187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a54aded19a_0_18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a54aded19a_0_187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g3a54aded19a_0_18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a54aded19a_0_18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a54aded19a_0_18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54aded19a_0_1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a54aded19a_0_194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g3a54aded19a_0_19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a54aded19a_0_19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a54aded19a_0_19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54aded19a_0_200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a54aded19a_0_200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g3a54aded19a_0_20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a54aded19a_0_20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3a54aded19a_0_20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54aded19a_0_1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g3a54aded19a_0_13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a54aded19a_0_1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a54aded19a_0_1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a54aded19a_0_1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Mini-Python Subset Compiler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implement a small compiler for a subset of Python with assignments, arithmetic, if/else, while, and print.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compile Mini-Python source programs into a custom stack-based assembly language.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execute the generated assembly with our own tiny virtual machine to show end-to-end compilation.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connect implementation with theory: regular expressions, DFA, CFG, CNF, GNF, and error handling.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High-Level Pipeline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start from Mini-Python source text typed by the programmer.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perform lexical analysis to convert characters into a stream of tokens using regular expressions.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parse the token stream with a recursive descent parser and build an Abstract Syntax Tree (AST).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generate stack-machine assembly instructions from the AST and then execute them on our VM.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Lexical Specification (Regex Overview)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describe the lexical layer with regular expressions that define a regular language of tokens.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Identifiers follow the pattern [A-Za-z_][A-Za-z0-9_]* and numbers follow [0-9]+.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match operators like ==, !=, &lt;=, &gt;=, &lt;, &gt;, +, -, *, and / with dedicated regex rules.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Whitespace and comments are recognized tokens that the lexer can skip while still tracking line numbers.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Token Patterns in Code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store token rules in TOKEN_SPEC as (name, pattern) pairs for numbers, identifiers, operators, and punctuation.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compile all patterns into a single MASTER_RE using named capturing groups for each token type.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keep a KEYWORDS set so that IDs such as 'if', 'else', 'while', and 'print' are reclassified as keyword tokens.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This structure lets us extend the language easily by adding new entries to TOKEN_SPEC and KEYWORDS.</a:t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Indentation and Lexical Structure</a:t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mimic Python-style blocks by interpreting leading spaces on each line as indentation levels.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maintain an indent_stack and push or pop when indentation increases or decreases compared to previous lines.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emit INDENT and DEDENT tokens whenever the indentation level changes, guiding block structure in the parser.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Blank or comment-only lines still generate a NEWLINE token but do not affect indentation.</a:t>
            </a:r>
            <a:endParaRPr/>
          </a:p>
        </p:txBody>
      </p:sp>
      <p:sp>
        <p:nvSpPr>
          <p:cNvPr id="114" name="Google Shape;114;p5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DFA Intuition for Token Classes</a:t>
            </a:r>
            <a:endParaRPr/>
          </a:p>
        </p:txBody>
      </p:sp>
      <p:sp>
        <p:nvSpPr>
          <p:cNvPr id="120" name="Google Shape;120;p6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can view the identifier-versus-number distinction as a Deterministic Finite Automaton (DFA).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From the start state, a letter or '_' transitions into the identifier state, while a digit transitions into the number state.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In the identifier state we continue consuming letters, digits, or '_' until a non-matching character ends the token.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In the number state we continue consuming digits until we see a non-digit, at which point we accept a NUMBER token.</a:t>
            </a:r>
            <a:endParaRPr/>
          </a:p>
        </p:txBody>
      </p:sp>
      <p:sp>
        <p:nvSpPr>
          <p:cNvPr id="121" name="Google Shape;121;p6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Context-Free Grammar (CFG)</a:t>
            </a:r>
            <a:endParaRPr/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specify the concrete syntax of Mini-Python with a context-free grammar stored in GRAMMAR_TEXT.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Non-terminals such as Program, StmtList, Stmt, Expr, Term, Factor, and Primary capture the language structure.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support statements for assignment, print, if/else, and while using productions like AssignStmt and WhileStmt.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Expression rules encode operator precedence and associativity by separating Expr, Term, and Factor levels.</a:t>
            </a:r>
            <a:endParaRPr/>
          </a:p>
        </p:txBody>
      </p:sp>
      <p:sp>
        <p:nvSpPr>
          <p:cNvPr id="128" name="Google Shape;128;p7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CNF and GNF Snippets</a:t>
            </a:r>
            <a:endParaRPr/>
          </a:p>
        </p:txBody>
      </p:sp>
      <p:sp>
        <p:nvSpPr>
          <p:cNvPr id="134" name="Google Shape;134;p8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provide example productions that show how part of our grammar can be rewritten in Chomsky Normal Form (CNF).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In the CNF snippet, each production has at most two non-terminals or one terminal symbol on the right-hand side.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also provide a Greibach Normal Form (GNF) snippet where each production begins with a terminal followed by non-terminals.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These snippets demonstrate that our language fragments can be normalized according to formal language theory.</a:t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AST Node Design</a:t>
            </a:r>
            <a:endParaRPr/>
          </a:p>
        </p:txBody>
      </p:sp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design data classes such as Program, Number, Var, BinOp, UnaryOp, Assign, Print, If, and While to represent syntax.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Each node carries essential information; for example, BinOp stores the operator, left operand, right operand, and source line.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Control-flow nodes like If and While store lists of child statements for their bodies, explicitly modeling the program tree.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This AST representation forms the backbone used later for code generation and semantic reasoning.</a:t>
            </a:r>
            <a:endParaRPr/>
          </a:p>
        </p:txBody>
      </p:sp>
      <p:sp>
        <p:nvSpPr>
          <p:cNvPr id="142" name="Google Shape;142;p9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Parser Overview</a:t>
            </a:r>
            <a:endParaRPr/>
          </a:p>
        </p:txBody>
      </p:sp>
      <p:sp>
        <p:nvSpPr>
          <p:cNvPr id="148" name="Google Shape;148;p10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implement a recursive descent parser in the Parser class that consumes the token list and builds an AST.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parse() method loops until EOF, skipping standalone NEWLINE tokens and repeatedly calling parse_statement().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choose which kind of statement to parse based on the first token: IF, WHILE, PRINT, or ID for assignments.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Unexpected tokens are reported as errors, and simple recovery skips to the next NEWLINE or EOF to keep parsing.</a:t>
            </a:r>
            <a:endParaRPr/>
          </a:p>
        </p:txBody>
      </p:sp>
      <p:sp>
        <p:nvSpPr>
          <p:cNvPr id="149" name="Google Shape;149;p10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Block and Indent Handling in Parsing</a:t>
            </a:r>
            <a:endParaRPr/>
          </a:p>
        </p:txBody>
      </p:sp>
      <p:sp>
        <p:nvSpPr>
          <p:cNvPr id="155" name="Google Shape;155;p11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parse suites of statements inside blocks using parse_block(), which expects an INDENT token at the start.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Inside a block we repeatedly parse statements until we see a DEDENT or EOF token, ignoring pure NEWLINEs.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If-statements call parse_block() to read the 'then' body and optionally another block for the 'else' body.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While-statements also call parse_block() so that the entire loop body is grouped as a single child list in the AST.</a:t>
            </a:r>
            <a:endParaRPr/>
          </a:p>
        </p:txBody>
      </p:sp>
      <p:sp>
        <p:nvSpPr>
          <p:cNvPr id="156" name="Google Shape;156;p11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Expression Parsing (Precedence)</a:t>
            </a:r>
            <a:endParaRPr/>
          </a:p>
        </p:txBody>
      </p:sp>
      <p:sp>
        <p:nvSpPr>
          <p:cNvPr id="162" name="Google Shape;162;p12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parse expressions using a precedence hierarchy: equality → comparison → term → factor → unary → primary.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parse_expression() calls parse_equality(), which chains comparison expressions with EQ and NE operators.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parse_comparison(), parse_term(), and parse_factor handle relational operators and arithmetic +, -, *, and /.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parse_unary() processes leading PLUS or MINUS, and parse_primary() recognizes numbers, variables, and parenthesized expressions.</a:t>
            </a:r>
            <a:endParaRPr/>
          </a:p>
        </p:txBody>
      </p:sp>
      <p:sp>
        <p:nvSpPr>
          <p:cNvPr id="163" name="Google Shape;163;p12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Code Generation Strategy</a:t>
            </a:r>
            <a:endParaRPr/>
          </a:p>
        </p:txBody>
      </p:sp>
      <p:sp>
        <p:nvSpPr>
          <p:cNvPr id="169" name="Google Shape;169;p13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generate stack-machine assembly instructions by traversing the AST in generate_program().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Each instruction is represented as an Instr object with an opcode and argument tuple.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Expressions are compiled into sequences of PUSH_CONST/LOAD_VAR followed by arithmetic or comparison operations.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Control-flow constructs are translated into sequences of LABEL, JUMP, and JUMP_IF_FALSE instructions with fresh labels.</a:t>
            </a:r>
            <a:endParaRPr/>
          </a:p>
        </p:txBody>
      </p:sp>
      <p:sp>
        <p:nvSpPr>
          <p:cNvPr id="170" name="Google Shape;170;p13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Expression Code Generation</a:t>
            </a:r>
            <a:endParaRPr/>
          </a:p>
        </p:txBody>
      </p:sp>
      <p:sp>
        <p:nvSpPr>
          <p:cNvPr id="176" name="Google Shape;176;p14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33375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For Number nodes, we emit PUSH_CONST with the literal value so that the VM can push it onto the stack.</a:t>
            </a:r>
            <a:endParaRPr/>
          </a:p>
          <a:p>
            <a:pPr indent="-333375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For Var nodes, we emit LOAD_VAR to push the current value of the variable from the environment dictionary.</a:t>
            </a:r>
            <a:endParaRPr/>
          </a:p>
          <a:p>
            <a:pPr indent="-333375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For UnaryOp nodes, we generate code for the operand and then apply NEG when the operator is MINUS, leaving the negated value on the stack.</a:t>
            </a:r>
            <a:endParaRPr/>
          </a:p>
          <a:p>
            <a:pPr indent="-333375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For BinOp nodes, we generate code for both operands and then map the operator to an opcode like ADD, SUB, MUL, DIV, or one of the CMP_* comparisons.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Statement Code Generation</a:t>
            </a:r>
            <a:endParaRPr/>
          </a:p>
        </p:txBody>
      </p:sp>
      <p:sp>
        <p:nvSpPr>
          <p:cNvPr id="183" name="Google Shape;183;p15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For Assign nodes, we compile the right-hand expression and then emit STORE_VAR to pop the result into the environment.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For Print nodes, we compile the expression and then emit PRINT so the VM prints the top-of-stack value.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For If nodes, we compile the condition, emit JUMP_IF_FALSE to an ELSE label, compile the then-body, and jump to an END label.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place LABEL instructions for ELSE and END so the VM can branch correctly between the then and else blocks.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While Loop Code Generation</a:t>
            </a:r>
            <a:endParaRPr/>
          </a:p>
        </p:txBody>
      </p:sp>
      <p:sp>
        <p:nvSpPr>
          <p:cNvPr id="190" name="Google Shape;190;p16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For While nodes, we create a loop start LABEL and compile the loop condition immediately after it.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emit JUMP_IF_FALSE to an END label so that a false condition exits the loop.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compile the loop body statements after the conditional branch, then emit a JUMP back to the loop start.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finally emit the END label, so execution continues after the loop when the condition is no longer satisfied.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Virtual Machine Architecture</a:t>
            </a:r>
            <a:endParaRPr/>
          </a:p>
        </p:txBody>
      </p:sp>
      <p:sp>
        <p:nvSpPr>
          <p:cNvPr id="197" name="Google Shape;197;p17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implement a small stack-based virtual machine in run_program() to interpret the generated instruction list.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first scan for LABEL instructions and map each label name to its program counter index in label_to_pc.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then rewrite JUMP and JUMP_IF_FALSE instructions so that they directly contain numeric program counters instead of label names.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During execution we maintain a value stack, an environment dictionary env for variables, and a program counter pc.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VM Instructions and Semantics</a:t>
            </a:r>
            <a:endParaRPr/>
          </a:p>
        </p:txBody>
      </p:sp>
      <p:sp>
        <p:nvSpPr>
          <p:cNvPr id="204" name="Google Shape;204;p18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33375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Arithmetic opcodes ADD, SUB, MUL, and DIV pop two operands from the stack, combine them, and push the result back.</a:t>
            </a:r>
            <a:endParaRPr/>
          </a:p>
          <a:p>
            <a:pPr indent="-333375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Comparison opcodes CMP_LT, CMP_LE, CMP_GT, CMP_GE, CMP_EQ, and CMP_NE compute Boolean results and push True or False.</a:t>
            </a:r>
            <a:endParaRPr/>
          </a:p>
          <a:p>
            <a:pPr indent="-333375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STORE_VAR removes a value from the stack and writes it into env under a given variable name; LOAD_VAR retrieves env[name] or 0.</a:t>
            </a:r>
            <a:endParaRPr/>
          </a:p>
          <a:p>
            <a:pPr indent="-333375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PRINT pops a value from the stack and displays it with a '[VM PRINT]' prefix so we can see observable output.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Demo 1 – Arithmetic and Print</a:t>
            </a:r>
            <a:endParaRPr/>
          </a:p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In Demo 1 we compute x = 1 + 2 * 3, y = x + 4, and then print(y) to showcase expression evaluation and assignment.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token view shows IDs, operators, numbers, and NEWLINE/EOF markers in the order determined by the lexer.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AST view shows nested BinOp nodes that encode operator precedence (multiplication before addition).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VM execution prints 11 and leaves env with x = 7 and y = 11, confirming that our semantics match standard arithmetic.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Demo 2 – While Loop</a:t>
            </a:r>
            <a:endParaRPr/>
          </a:p>
        </p:txBody>
      </p:sp>
      <p:sp>
        <p:nvSpPr>
          <p:cNvPr id="218" name="Google Shape;218;p20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In Demo 2 we start with x = 0 and repeatedly execute x = x + 1 while x &lt; 5 holds.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AST contains a While node whose condition is BinOp(LT, Var(x), Number(5)) and whose body reassigns x.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generated assembly uses a LOOP label, CMP_LT, JUMP_IF_FALSE END, the body code, and a JUMP back to LOOP.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When run on the VM, the program prints 5 and env contains x = 5, demonstrating correct loop behavior and dataflow.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Demo 3 – If / Else Branching</a:t>
            </a:r>
            <a:endParaRPr/>
          </a:p>
        </p:txBody>
      </p:sp>
      <p:sp>
        <p:nvSpPr>
          <p:cNvPr id="225" name="Google Shape;225;p21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In Demo 3 we set x = 10 and branch with if x &gt; 5: print(x) else: print(0).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AST has an If node with a condition BinOp(GT, Var(x), Number(5)), plus separate then-body and else-body lists.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assembly compares x and 5, jumps to an ELSE label when the condition is false, and then jumps to END after the then-body.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VM execution prints 10 and leaves env with x = 10, providing evidence that conditional code generation and execution are correct.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Error Demo – Syntax Errors</a:t>
            </a:r>
            <a:endParaRPr/>
          </a:p>
        </p:txBody>
      </p:sp>
      <p:sp>
        <p:nvSpPr>
          <p:cNvPr id="232" name="Google Shape;232;p22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error demo intentionally uses malformed code with 'x = 1 +' and 'if x &gt; :' to trigger parsing errors.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lexer still produces tokens, but the parser encounters unexpected NEWLINE and COLON tokens in expression contexts.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Our Parser collects messages like 'Unexpected token NEWLINE in expression at line 1' into its errors list.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When errors are present, compile_and_run() prints the messages and skips code generation, illustrating robust failure handling.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Error Reporting Mechanism</a:t>
            </a:r>
            <a:endParaRPr/>
          </a:p>
        </p:txBody>
      </p:sp>
      <p:sp>
        <p:nvSpPr>
          <p:cNvPr id="239" name="Google Shape;239;p23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Parser class stores all error messages in an internal errors list so we can display them together.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expect() helper reports mismatched tokens, records the line number, and then performs basic panic-mode recovery.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Recovery is implemented by advancing until we see NEWLINE, DEDENT, or EOF, which usually marks the end of a bad statement.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This approach lets us continue parsing subsequent statements and produce multiple error messages from a single run.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Dataflow and Environment Model</a:t>
            </a:r>
            <a:endParaRPr/>
          </a:p>
        </p:txBody>
      </p:sp>
      <p:sp>
        <p:nvSpPr>
          <p:cNvPr id="246" name="Google Shape;246;p24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Our environment env is a dictionary that maps variable names to integer values, representing the program state.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Assignments compute a value on the stack and then call STORE_VAR, which updates env with the new binding.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Subsequent expressions that reference a variable call LOAD_VAR, pulling the stored value from env back onto the stack.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This model makes it easy for us to explain program execution as values flowing between literals, stack, and environment.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Limitations and Scope</a:t>
            </a:r>
            <a:endParaRPr/>
          </a:p>
        </p:txBody>
      </p:sp>
      <p:sp>
        <p:nvSpPr>
          <p:cNvPr id="253" name="Google Shape;253;p25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restrict the language to integers, simple expressions, and basic control constructs to keep the compiler small.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do not implement user-defined functions, nested scopes, complex data types, or modules in this version.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VM uses integer division and does not perform run-time checks such as division by zero or overflow handling.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omit optimization passes, so the generated assembly closely mirrors the structure of the AST without simplification.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Possible Extensions</a:t>
            </a:r>
            <a:endParaRPr/>
          </a:p>
        </p:txBody>
      </p:sp>
      <p:sp>
        <p:nvSpPr>
          <p:cNvPr id="260" name="Google Shape;260;p26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could add function definitions, parameters, and return values by extending the AST and the VM instruction set.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could implement lexical scoping and local environments to support block or function-local variables.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could introduce boolean operators, logical connectives, and additional built-in statements such as for-loops.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could add optimization passes like constant folding or dead code elimination to produce more efficient assembly.</a:t>
            </a: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Project Summary</a:t>
            </a:r>
            <a:endParaRPr/>
          </a:p>
        </p:txBody>
      </p:sp>
      <p:sp>
        <p:nvSpPr>
          <p:cNvPr id="267" name="Google Shape;267;p27"/>
          <p:cNvSpPr txBox="1"/>
          <p:nvPr>
            <p:ph idx="1" type="body"/>
          </p:nvPr>
        </p:nvSpPr>
        <p:spPr>
          <a:xfrm>
            <a:off x="36576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implemented a complete Mini-Python compiler from source code to execution on a custom stack-based VM.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tied together key theory topics—regular languages, DFA, CFG, CNF, and GNF—with a working implementation.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 validated correctness using three non-trivial demo programs plus one error case that demonstrates diagnostics.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Overall, the project shows how formal language theory can guide the design of practical compilers.</a:t>
            </a:r>
            <a:endParaRPr/>
          </a:p>
        </p:txBody>
      </p:sp>
      <p:sp>
        <p:nvSpPr>
          <p:cNvPr id="268" name="Google Shape;268;p27"/>
          <p:cNvSpPr txBox="1"/>
          <p:nvPr/>
        </p:nvSpPr>
        <p:spPr>
          <a:xfrm>
            <a:off x="4754880" y="100584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